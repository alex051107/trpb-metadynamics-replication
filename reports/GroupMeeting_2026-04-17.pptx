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011680"/>
            <a:ext cx="10362895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03628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TrpB MetaDynamics 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SIGMA Floor Fix + Path CV Audit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Zhenpeng Liu  ·  2026-04-17  ·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3628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Replicating Maria-Solano et al., JACS 2019, 141, 13049-13056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Last week: PATHMSD + fixed LAMBDA, Job 42679152 submitted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Where we left off at 2026-04-09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λ corrected 3.3910 → 379.77 nm⁻² (per-atom MSD convention, FP-022)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Switched FUNCPATHMSD → PATHMSD (source-compiled PLUMED 2.9.2 fixes FP-020 conda .so)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Job 42679152 submitted 2026-04-09: 50 ns single walker, ETA ~04-12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Carried action items: run → FES reconstruction → 10-walker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2 / 10  ·  Context recap  ·  see FP-020/022 in replication/validations/failure-patterns.md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Job 42679152 ran cleanly — but walker stayed 100 % in O basin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Mechanically healthy, physically stuck: classic FP-024 signature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7295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 ns complete · 25,000 Gaussians (50 ns / 2 ps PACE) · 48 kJ/mol bias · 0 NaN — mechanically clean. BUT s(R) ∈ [1.00, 1.63] for the full 50 ns — walker never left O basin 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HILLS column 4 (sigma_path.sss) collapsed to 0.011–0.072 s-units — 0.07–0.5 % of path axis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Diagnostic signature = FP-024 (adaptive-σ collapse under ADAPTIVE=GEOM without SIGMA_MIN)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11277295" cy="155448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 Re-derive s-range from COLVAR: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python3 -c "import numpy as np; d=np.loadtxt('COLVAR',comments='#'); 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print(f's range: [{d[:,1].min():.3f}, {d[:,1].max():.3f}]')"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 Output: s range: [1.002, 1.631]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3 / 10  ·  Job 42679152 result  ·  Longleaf /work/.../single_walker/COLVAR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Root cause — SIGMA=0.05 is a Cartesian nm scalar, not a CV-unit floor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PLUMED 2.9 METAD docs (primary source): "Sigma is one number that has distance units"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ADAPTIVE=GEOM re-projects Cartesian SIGMA onto each CV → per-CV σ is adaptive, floor=0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Without SIGMA_MIN, per-CV σ collapses to near-zero on slow axes (our s-axis here)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Effect: 25,000 needle-Gaussians pile at s=1 → deep narrow well, 48 kJ/mol bottom, ZERO gradient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Walker can't "feel" bias pushing along s → stuck in O for full 50 ns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indent="0" algn="l">
              <a:spcAft>
                <a:spcPts val="600"/>
              </a:spcAft>
              <a:buSzPct val="100000"/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https://www.plumed.org/doc-v2.9/user-doc/html/_m_e_t_a_d.html (SIGMA_MIN / ADAPTIVE keywords)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Branduardi et al., J. Chem. Theory Comput. 2012, 8, 2247 — DOI 10.1021/ct3002464 (adaptive Gaussians)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4 / 10  ·  FP-024 root cause  ·  PLUMED 2.9 METAD docs + source inspection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Fix — explicit per-CV SIGMA floor + ceiling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Production METAD line, md5 aca3f0c4… on Longleaf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132588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94415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metad: METAD ARG=path.sss,path.zzz \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SIGMA=0.1 ADAPTIVE=GEOM \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SIGMA_MIN=0.3,0.005   SIGMA_MAX=1.0,0.05 \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HEIGHT=0.628 PACE=1000 BIASFACTOR=10 TEMP=350 FILE=HILLS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7295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SIGMA 0.05 → 0.1 nm (geometric seed doubled)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SIGMA_MIN=[0.3, 0.005] — per-CV floor, in CV units (s-axis floor ≈ 2% of path; z-floor above noise)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SIGMA_MAX=[1.0, 0.05] — ceiling prevents over-smoothing basin structure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Job 43813633 (10 ns probe) submitted same day to validate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https://www.plumed.org/doc-v2.9/user-doc/html/_m_e_t_a_d.html (SIGMA_MIN / SIGMA_MAX syntax)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replication/parameters/PARAMETER_PROVENANCE.md (internal SIGMA floor derivation)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5 / 10  ·  SIGMA floor fix  ·  see FP-024 / FP-025 in failure-patterns.md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Probe: 10 ns, max s = 1.393 — stuck, or starting to escape?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s↔z correlation flips from -0.31 (orthogonal) to +0.49 (aligned escape) in last 2 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463040"/>
          <a:ext cx="11277295" cy="128016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828800"/>
                <a:gridCol w="6705295"/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Window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max s(R)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s↔z correlation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Interpretation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t = 0–2 ns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1.182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+0.14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weak thermal coupling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t = 4–6 ns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1.182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-0.31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orthogonal fluctuation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t = 8–10 ns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1.393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+0.49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Arial" panose="020B0604020202090204" pitchFamily="34" charset="-122"/>
                          <a:cs typeface="Arial" panose="020B0604020202090204" pitchFamily="34" charset="-120"/>
                        </a:rPr>
                        <a:t>ALIGNED — barrier-crossing signature</a:t>
                      </a:r>
                      <a:endParaRPr lang="en-US" sz="1100" dirty="0"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08960"/>
            <a:ext cx="11277295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Escape velocity roughly doubled in last 2 ns: 0.000086 → 0.000192 per ps (d max_s / dt)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Local bias at s≈1 reached 55.5 kJ/mol (≈19 × kT, 2.2 × typical barrier)</a:t>
            </a:r>
            <a:endParaRPr lang="en-US" sz="1400" dirty="0">
              <a:solidFill>
                <a:srgbClr val="00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Interpretation: walker was starting to escape exactly when walltime hit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ns is too short to confirm — 50 ns extension (Slide 9) will decide</a:t>
            </a:r>
            <a:endParaRPr lang="en-US" sz="1400" dirty="0"/>
          </a:p>
        </p:txBody>
      </p:sp>
      <p:sp>
        <p:nvSpPr>
          <p:cNvPr id="5" name="Text 4"/>
          <p:cNvSpPr/>
          <p:nvPr/>
        </p:nvSpPr>
        <p:spPr>
          <a:xfrm>
            <a:off x="457200" y="6327648"/>
            <a:ext cx="11277295" cy="1645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Branduardi, Gervasio, Parrinello, J. Chem. Phys. 2007, 126, 054103 — DOI 10.1063/1.2432340 (original path CV s(R), z(R))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6 / 10  ·  Job 43813633 · see Drill_Prep 6D Q2 for "escape or noise?"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Job 44008381 — safe checkpoint restart, 10 → 50 ns (running now)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Two-step GROMACS+PLUMED restart protocol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 Step 1: extend .tpr nsteps (can't override with -nsteps alone)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gmx convert-tpr -s metad.tpr -extend 40000 -o metad_ext.tpr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 Step 2: mdrun with -cpi; plumed_restart.dat has RESTART directive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gmx mdrun -s metad_ext.tpr -cpi metad.cpt \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  -deffnm metad -plumed plumed_restart.dat \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  -ntmpi 1 -ntomp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1277295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plumed_restart.dat = plumed.dat + RESTART at top (PLUMED 2.9 docs: "if unsure, always put RESTART")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Runtime verified: HILLS 5003 → 5106+ rows, no bck.*.HILLS, first data row unchanged (append confirmed)</a:t>
            </a:r>
            <a:r>
              <a:rPr lang="en-US" sz="14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Decision gate at 25 ns (~2026-04-18 AM):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  max s ≥ 5 → Phase 2 (10-walker SI protocol, 50-100 ns each, 500-1000 ns total)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  3 ≤ max s &lt; 5 → let 50 ns finish, re-evaluate</a:t>
            </a:r>
            <a:r>
              <a:rPr lang="en-US" sz="14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https://manual.gromacs.org/current/onlinehelp/gmx-convert-tpr.html (-extend flag required for nsteps bump)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Source: https://www.plumed.org/doc-v2.9/user-doc/html/_r_e_s_t_a_r_t.html ("if unsure, always put RESTART")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9 / 10  ·  Job 44008381 running on partition=hov  ·  FP-026 fixed in extend_to_50ns.sh v3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Process improvements +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Per-parameter provenance, hardened audit gates, private repo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10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This week's process improvements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501488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PARAMETER_PROVENANCE.md — every number has source tag (SI-quote / SI-derived / PLUMED-default / Our-choice / Legacy-bug) + verification status</a:t>
            </a:r>
            <a:r>
              <a:rPr lang="en-US" sz="12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failure-patterns.md: FP-001..FP-027 + 21 general rules (4 new FPs + 2 new rules this week)</a:t>
            </a:r>
            <a:r>
              <a:rPr lang="en-US" sz="12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project_structures.py CV audit is a hard gate: exit 0 / 2 / 3 / 4 with AuditError class; malformed input → exit 3 (not crash)</a:t>
            </a:r>
            <a:r>
              <a:rPr lang="en-US" sz="12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Repo privatized; 3 branches pushed to origin (fix/fp024-sigma-floor · feature/probe-extension-50ns · diag/cv-audit)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87288" y="1371600"/>
            <a:ext cx="541004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7288" y="1783080"/>
            <a:ext cx="5638648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2026-04-18 AM — read Job 44008381 @ 25 ns, decide Phase 2 / Phase 3</a:t>
            </a:r>
            <a:r>
              <a:rPr lang="en-US" sz="120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If Phase 2: pick 10 snapshots by visual inspection in PyMOL (Yu's 2026-04-09 directive: NOT strided). Workflow: Python bins (s, z) → candidate medoids → PyMOL eye-verify → final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 10 / 10  ·  next meeting 2026-04-24 target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5762</Words>
  <Application>WPS Presentation</Application>
  <PresentationFormat>On-screen Show (16:9)</PresentationFormat>
  <Paragraphs>142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Arial</vt:lpstr>
      <vt:lpstr>Arial</vt:lpstr>
      <vt:lpstr>Menlo</vt:lpstr>
      <vt:lpstr>Menlo</vt:lpstr>
      <vt:lpstr>Menlo</vt:lpstr>
      <vt:lpstr>Calibri</vt:lpstr>
      <vt:lpstr>Helvetica Neue</vt:lpstr>
      <vt:lpstr>Microsoft YaHei</vt:lpstr>
      <vt:lpstr>汉仪旗黑</vt:lpstr>
      <vt:lpstr>Arial Unicode MS</vt:lpstr>
      <vt:lpstr>汉仪书宋二KW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 2026-04-17</dc:title>
  <dc:creator>Zhenpeng Liu</dc:creator>
  <dc:subject>PptxGenJS Presentation</dc:subject>
  <cp:lastModifiedBy>刘振鹏</cp:lastModifiedBy>
  <cp:revision>6</cp:revision>
  <dcterms:created xsi:type="dcterms:W3CDTF">2026-04-20T00:57:08Z</dcterms:created>
  <dcterms:modified xsi:type="dcterms:W3CDTF">2026-04-20T00:57:08Z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2A3B75CA29985F81A48AE2694F0DBB7C_42</vt:lpwstr>
  </property>
  <property fmtid="{D5CDD505-2E9C-101B-9397-08002B2CF9AE}" pid="3" name="KSOProductBuildVer">
    <vt:lpwstr>1033-12.1.22553.22553</vt:lpwstr>
  </property>
</Properties>
</file>