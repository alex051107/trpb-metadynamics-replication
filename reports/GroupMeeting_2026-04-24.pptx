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证实 corrected path 能 sample s=1 到 12.87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caveat: start.gro (t=0) 是 off-path projection, z=1.68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10-walker seeding 从 pilot 低-z frames 重选 (in progress)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 (endpoint round-trip 1WDW→1.14, 3CEP→14.86)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corrected path exploration (s=1 to 12)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samples s=1→12.87; start.gro is off-path (z=1.68), not a clean mid-path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实际 sample 分布（8 ns, 40193 frames）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s=1: 到过 (min_s=1.000 at t=4920 ps)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s&lt;3: 26.7% 时间；s=7: 11.3% 时间；s=12: 0.05%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整段 path s=1 到 12 已被 walker 物理访问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 caveat — start.gro 是 off-path endpoint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t=0 投影 s=7.09 但 z=1.68 Å²（不在 path 上）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直接 Kabsch vs 1WDW 仅 1.59 Å RMSD（物理上仍偏 Open 侧）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s=7 不代表 'Ain 在 PC basin'，只是 linear-interp soft-min 偏中段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max_s=12.87 near-wall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t=6085 ps: s=12.87, z=2.04 (UPPER_WALLS AT=2.5 附近)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单次 ~120 ps 宽，不 sustained；不算 clean barrier crossing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baseline 45324928 (老 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老 path 16 ns: s ∈ [1.00, 1.90], 75% 时间 s&lt;1.25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新 path 8 ns: s ∈ [1.00, 12.87] (6× 更宽 exploration)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Pilot 45515869 s distribution (40193 frames)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s=[1,2):  16.5%   s=[7,8):   9.3%   min_z = 0.245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s=[2,3):  10.2%   s=[8,9):   6.6%   mean_z = 1.530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s=[3,4):  10.7%   s=[9,10):  5.2%   max_z = 2.588 (near wall)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s=[4,5):  12.5%   s=[10,11): 4.4%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s=[5,6):  11.8%   s=[11,12): 1.5%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s=[6,7):  11.3%   s=[12,13): 0.04%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start.gro at t=0: s=7.09, z=1.68 (off-path projection)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Raw COLVAR analysis 2026-04-24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ChatGPT Pro independent verification 2026-04-24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corrected path exposes s=1-12 region  ·  seeding needs re-selection</a:t>
            </a:r>
            <a:endParaRPr lang="en-US" sz="900" dirty="0"/>
          </a:p>
        </p:txBody>
      </p:sp>
      <p:pic>
        <p:nvPicPr>
          <p:cNvPr id="10" name="Picture 9" descr="s_trend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2743200"/>
            <a:ext cx="68580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2026-04-24T13:35:07Z</dcterms:created>
  <dcterms:modified xsi:type="dcterms:W3CDTF">2026-04-24T13:35:07Z</dcterms:modified>
</cp:coreProperties>
</file>