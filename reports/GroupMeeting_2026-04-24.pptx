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011680"/>
            <a:ext cx="10362895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103628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TrpB MetaDynamics — Path Definition Fix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7: from parameter tuning to path geometry (FP-034)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Zhenpeng Liu  ·  2026-04-24  ·  TrpB group meeting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48640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Replicating Maria-Solano et al., JACS 2019, 141, 13049-13056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本周目标 &amp; 决策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Osuna 2019 严格复刻不是新方法发明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77295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reminder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This project replicates JACS 2019; not inventing a new enhanced-sampling method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核心判断 (this week)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Path-definition 是真正的 replication blocker — 不是 MetaD 参数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HEIGHT / BIASFACTOR / SIGMA / LAMBDA 都无法救一条 geometry 错的 path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sequence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(1) single-walker 多次失败 → (2) Miguel 作者邮件 contract → (3) FP-034 sequence-aligned path fix → (4) 10-walker production gate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 / 9  ·  scope &amp; decision log  ·  see NEXT_ACTIONS.md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上周末状态 &amp; 卡点 — single-walker 仍然 stuck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failed probes on the naive (numeric-resid-aligned) path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45324928 (single walker)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7.7 ns 后停在 max s(R) = 1.75 ; never escaped O basin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45448011 (wall AT=2.5 test)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z(R) rose 3.4× while s(R) did not move — walls 并非 blocker (证伪)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PC-crystal projection (naive path)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5DW0 / 5DW3 / 5DVZ all project to s ≈ 1.07 — partially-closed 晶体 无法从 path 上区分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→ path geometry 是主嫌疑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4800600"/>
            <a:ext cx="11277295" cy="118872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92040"/>
            <a:ext cx="1109441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Naive path — all three PC crystals collapse to O endpoint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5DW0_A  s=1.07  z=+0.0245 nm^2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5DW3_A  s=1.07  z=+0.0231 nm^2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5DVZ_A  s=1.07  z=+0.0173 nm^2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s barely distinguishes them from 1WDW_B (s=1.09)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/ 9  ·  pre-Miguel status  ·  jobs 45324928 · 45448011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Miguel 作者邮件 contract (2026-04-23)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Osuna-lab first-author reply — parameter set authoritative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277295" cy="192024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1109441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Miguel's METAD line (verbatim extract)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UNITS         LENGTH=A  ENERGY=kcal/mol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ADAPTIVE      DIFF            # NOT GEOM  (FP-031)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HEIGHT        0.15 / 0.3 kcal/mol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BIASFACTOR    10 / 15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WALKERS_N     10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LAMBDA        80 (A^-2)       # self-consistent on their path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UPPER_WALLS   ARG=path.zzz  AT=2.5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11277295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corrections (vs our prior attempts)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ADAPTIVE = DIFF, not GEOM → fixes FP-031 (adaptive σ projected wrong axis)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UNITS = A / kcal — not nm / kJ (FP-032 SIGMA-unit bookkeeping)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10 walkers with HEIGHT=0.15 kcal/mol, BF=10 (production set)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caveat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Miguel's LAMBDA=80 is self-consistent on his path — not a universal constant. Must re-derive per-path.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163056"/>
            <a:ext cx="11277295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https://doi.org/10.1021/jacs.9b03646 (Maria-Solano et al., JACS 2019)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replication/metadynamics/miguel_2026-04-23/miguel_email.md (verbatim reply)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/ 9  ·  Miguel contract  ·  FP-031 / FP-032 in failure-patterns.md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诊断顺序 — 我们排除的假设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touching path geometry, ruled out 3 parameter-level hypotheses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29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3931920"/>
                <a:gridCol w="2041855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Hypothesis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· HEIGHT too small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cumulative bias at O basin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13.6 kcal/mol (~19 kT) and still no escape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· SIGMA floor collapse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Codex audit of PLUMED source (multivariate Cholesky)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σ behavior is nominal — not pathological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· Wall AT=2.5 blocks escape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 45448011 — z rose 3.4×, s flat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walls did not contain the walker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rejected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 · Path geometry is wrong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project PC crystals + re-examine residue mapping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5DW0/5DW3/5DVZ all land on s≈1.07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accepted → next slide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937760"/>
            <a:ext cx="1127729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D remained after A/B/C were falsified — motivates FP-034 audit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Parameter tuning 不能修复 a physically-wrong path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Moved from METAD-line tuning to CV-construction audit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11277295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https://www.plumed.org/doc-v2.9/user-doc/html/_m_e_t_a_d.html (ADAPTIVE keyword semantics)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/ 9  ·  falsification ladder  ·  jobs 45324928 / 45448011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FP-034 — cross-species residue mapping was wrong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1WDW-B (Pf, 385 aa) vs 3CEP-B (St, 393 aa) differ by 5 N-terminal residues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547208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53643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path (what we had)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Resid-number alignment: 97 ↔ 97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across 112 Cα: 6.2 %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O↔C RMSD: 10.89 Å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⟨MSD⟩ along path: 0.606 Å²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(1/⟨MSD⟩): 3.80 Å⁻²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path mixes 2 different residue sets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87288" y="1417320"/>
            <a:ext cx="5547208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78728" y="1508760"/>
            <a:ext cx="53643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Sequence-aligned path (FP-034 fix)
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 alignment: uniform +5 offset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Cα mapped to true homologs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Identity: 59.0 %  (9.5×)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O↔C RMSD: 2.115 Å  (5.1× tighter)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⟨MSD⟩: 0.0228 Å²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λ: 100.79 Å⁻²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1127729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bug in generate_path_cv.py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Line 182 did compute a Needleman-Wunsch alignment — but line 670 never consumed it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Code ran clean, produced a usable path.pdb, and the error only surfaced as sampling failure downstream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163056"/>
            <a:ext cx="11277295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replication/validations/failure-patterns.md (FP-034 entry)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replication/metadynamics/path_seqaligned/verify_and_materialize_seqaligned_path.py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/ 9  ·  FP-034 root cause  ·  the bug was silent for 3 weeks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Needleman-Wunsch 修复结果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Sequence-aligned path: geometry consistent with Branduardi 2007 prescription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29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560320"/>
                <a:gridCol w="2773375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Naive path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Sequence-aligned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Cα identity across 112 residues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6.2 %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59.0 %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9.5× higher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O↔C endpoint RMSD (Å)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10.89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5.1× tighter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⟨MSD⟩ along path (Å²)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26.6× smaller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λ = 1/⟨MSD⟩ (Å⁻²)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100.79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26.5× larger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 vs Miguel's λ=80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0.047×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within acceptable band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1127729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λ=100.79 is self-consistent with our corrected path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Miguel's 80 on his path → ours 100.79 on ours; 1.26× ratio acceptable per Branduardi 2007 criterion (λ ~ 2.3/⟨MSD⟩)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Both values satisfy the "Gaussian-width matches neighbor-frame spacing" requirement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163056"/>
            <a:ext cx="11277295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https://doi.org/10.1063/1.2432340 (Branduardi, Gervasio, Parrinello 2007, J. Chem. Phys. 126, 054103)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replication/metadynamics/path_seqaligned/VERIFICATION_REPORT.md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/ 9  ·  λ = 100.79 Å⁻² · corrected path · 112 Cα mapped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生物学验证 — PC 晶体在 corrected path 上分布合理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Structures that should be mid-path actually sit mid-path now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729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822960"/>
                <a:gridCol w="2743200"/>
                <a:gridCol w="2834640"/>
                <a:gridCol w="3779215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 (lit.)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on naive path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 on corrected path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1WDW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endpoint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3CEP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Closed endpoint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5DW0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βPC + L-Ser (Aex1)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5DW3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βPC variant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5DVZ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βPC holo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4HPX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Pf A-A intermediate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480560"/>
            <a:ext cx="1127729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βPC-labeled crystals now sit in mid-path (s = 5.4–9.5)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On the naive path they all collapsed to s ≈ 1.07 (indistinguishable from Open)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Codex independent verification: 7/8 projections PASS (one partial-CV-coverage informational)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163056"/>
            <a:ext cx="11277295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replication/metadynamics/path_seqaligned/VERIFICATION_REPORT.md (independent projection)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https://doi.org/10.1021/jacs.9b03646 (PC state definitions, Osuna 2019 SI)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/ 9  ·  biological sanity check passes  ·  7/8 PASS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45515869 — 同 start.gro on corrected path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Ain cMD starting frame, same walker — only CV/path changed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77295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0 on corrected path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s(R) = 7.09 — not 1.0 · the 500 ns cMD终态 actually sits mid-path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Escape speed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Within 110 ps walker reaches max s = 8.94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Old naive path: 7.7 ns to reach s = 1.75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≈ 500× qualitative acceleration on path traversal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Not claimed as replication success yet — only says "the CV now responds"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Production gate is max s(R) &gt; 12 (Closed endpoint approach)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5120640"/>
            <a:ext cx="11277295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2120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Corrected path — pilot 45515869 early window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t=0      ps  s= 7.09  z=0.031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t=50     ps  s= 7.92  z=0.048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t=110    ps  s= 8.94  z=0.055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Old path (45324928): s=1.75 only after 7.7 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6327648"/>
            <a:ext cx="11277295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Codex independent verification — commit 7e7ba6a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/ 9  ·  pilot 45515869 early signal  ·  gate: max s &gt;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821424"/>
            <a:ext cx="12191695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 plan + decision gate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12772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Corrected path + production gate (not yet replication success)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10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gate (this week)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550148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reaches max s(R) &gt; 12 → promote to 10-walker primary production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&lt; max s &lt; 12 → extend pilot to 2–5 ns, re-evaluate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stalls below s = 3 → debate: path still wrong, or HEIGHT too small?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 anchored to Closed endpoint (s = 15.0) — not to a time budget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87288" y="1371600"/>
            <a:ext cx="54100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10-walker production config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87288" y="1783080"/>
            <a:ext cx="563864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 = 0.15 kcal/mol, BIASFACTOR = 10 (Miguel contract lower edge)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walkers seeded from 500 ns Ain cMD at t = 50, 100, 150, ..., 500 ns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100.79 Å⁻² (our self-consistent value on corrected path)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UPPER_WALLS on path.zzz AT = 2.5 (Miguel)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script ready on Longleaf: submit_walkers.sh (miguel_2026-04-23/)</a:t>
            </a:r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FES reconstruction + JACS 2019 Fig 2a comparison — timeline TBD pending pilot gate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327648"/>
            <a:ext cx="11277295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replication/metadynamics/miguel_2026-04-23/submit_walkers.sh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1127729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/ 9  ·  Q&amp;A  ·  next milestone: 10-walker primary production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Meeting 2026-04-24</dc:title>
  <dc:subject>PptxGenJS Presentation</dc:subject>
  <dc:creator>Zhenpeng Liu</dc:creator>
  <cp:lastModifiedBy>Zhenpeng Liu</cp:lastModifiedBy>
  <cp:revision>1</cp:revision>
  <dcterms:created xsi:type="dcterms:W3CDTF">2026-04-24T02:47:05Z</dcterms:created>
  <dcterms:modified xsi:type="dcterms:W3CDTF">2026-04-24T02:47:05Z</dcterms:modified>
</cp:coreProperties>
</file>