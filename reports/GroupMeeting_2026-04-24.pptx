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 (endpoint round-trip 1WDW→1.14, 3CEP→14.86)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corrected path reveals old coord-system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Ain cMD start.gro, only CV changed; walker now reaches s~11 region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0 on corrected path → s = 7.09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old naive path same start.gro projected to s ≈ 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→ old run was never in O-basin; it was on an artifact coordinate system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pilot state (sim 1.4 ns, wall 1h51m)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max s = 10.921 at t = 437 ps (new frontier in s = 5–11 band)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Plateau since 437 ps — walker not yet past a secondary barrier at s ≈ 11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z stays small (~1.5 Å²); wall-hit fraction well below 45324928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 (NOT replication success)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What this shows: coord-system fixed; CV now responds to motion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What it does NOT show: walker can reach s = 15 (C-end)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Gate for 10-walker launch: max s &gt; 12 sustained, or pilot done without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 — path is linear-Cartesian, not mechanistic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neighbor_msd_cv ≈ 1.96e-14 → no physical intermediate 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intermediate s values are geometric waypoints, not validated basins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45515869 COLVAR (sim time, s, z)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t=0        ps  s=7.09    z=0.031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t=110      ps  s=8.94    z=0.055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t=437      ps  s=10.92   z=1.48   ← current max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t=1404     ps  s=~10.2   z=~1.3   ← plateau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Old path 45324928: max s=1.75 after 7.7 ns, then retreat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replication/metadynamics/path_seqaligned/REVERSE_SANITY_CHECK.md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Codex independent verify — commit 7e7ba6a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pilot: s-range 7→11 exposed  ·  s&gt;12 gate still pending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2026-04-24T04:07:36Z</dcterms:created>
  <dcterms:modified xsi:type="dcterms:W3CDTF">2026-04-24T04:07:36Z</dcterms:modified>
</cp:coreProperties>
</file>