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5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400" y="2011680"/>
            <a:ext cx="10362895" cy="54864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914400" y="2286000"/>
            <a:ext cx="103628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TrpB MetaD Cartridge — Week 7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replicator to mechanism-grounded cartridge owner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502920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Zhenpeng Liu  ·  2026-04-24  ·  TrpB group meeting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5486400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 path reconciled (FP-034) · D2 API draft · D3 lab-facing demo queued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本周定位 — cartridge owner, not replicator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Canonical v1.2 framing (PM-ratified 2026-04-22)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One-line position (memo § 0.1)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STAR-MD 把 generic protein trajectory generation 做满了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TrpB 需要的是 mechanism-grounded evaluation — 不是再造一个 dynamics model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I build the reusable MetaD cartridge that evaluates / filters / rescues lab's generative pipeline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 boundaries (explicit)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NOT: I'm building a new ML dynamics layer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NOT: I own the TrpB ground truth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YES: I'm building the mechanism-grounded reference cartridge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YES: STAR-MD and my cartridge are upstream-downstream, not competitors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framing matters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Replicator framing = asymptotic value 0 once FES converges; owner framing = reusable artifact for Yu/Amin/Raswanth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8 ns 证实 corrected path 能 sample s=1 到 12.87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caveat: start.gro (t=0) 是 off-path projection, z=1.68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10-walker seeding 从 pilot 低-z frames 重选 (in progress)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0.1-0.5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/ 17  ·  strategic framing  ·  v1.2 PM-ratified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Cartridge = 7 个具体 artifacts，不是抽象 ground truth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components · this week closes 3 deliverables (D1 / D2 / D3)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291840"/>
                <a:gridCol w="2377440"/>
                <a:gridCol w="5242255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This-week scope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definition (PATHMSD O→C)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 reconciled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Sequence-aligned path, Miguel contract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 FES (WT / Aex1 / variants)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WT pending 10-walker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gated by pilot s&gt;12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masks (O, PC, C, off-path, reactive)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 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sketch + crystal projection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 uncertainty (CI, not a pretty plot)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started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Phase-2 task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Rare-state frames (hard examples)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started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post-WT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Catalytic descriptors (PLP/K82/Y301/E104)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spec 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 API doc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Scorer API (project_to_path / score_traj)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 draft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replication/cartridge/API_DESIGN.md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663440"/>
            <a:ext cx="1127729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 3 deliverables (not 5)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D1: Miguel path.pdb reconciled + WT reference defined  (this deck slides 4-10)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D2: replication/cartridge/API_DESIGN.md — signatures + I/O + use-case; no implementation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D3: lab-facing demo — Yu (simple CV fails → PATHMSD diagnoses states) OR Amin (STAR-MD output scored)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0.2-0.3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/ 17  ·  cartridge = reusable artifact  ·  D1 / D2 / D3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生态位图 — upstream / downstream, 不冲突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teammate owns their layer; cartridge is the mechanism evaluator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owns what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 Zhang — MMPBSA ranking + classical MD on design candidates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 — STAR-MD fork / SURF benchmark (generic long-horizon protein dynamics)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Raswanth — GRPO reward head on RFD3/MPNN backbones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Arvind — electronic effects on catalytic step (Jan-5 Slack ask, open)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 — TrpB MetaD cartridge (mechanism-grounded evaluation layer)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Cartridge ↔ STAR-MD relationship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STAR-MD (arXiv 2602.02128, Feb 2026): generic protein trajectory generator, ATLAS SOTA, microsecond timescale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STAR-MD sits UPSTREAM — general trajectory generation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Cartridge sits DOWNSTREAM — enzyme-specific mechanism scoring on those trajectories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Complementary, NOT competing: STAR-MD has no enzyme-specific task; cartridge provides TrpB as one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 Jan-5 ask (substates consistent with MetaD) needs cartridge, not more architecture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https://arxiv.org/abs/2602.02128 (Shoghi et al., ByteDance Seed, 2026)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1.5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/ 17  ·  positioning  ·  upstream-downstream complement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 start — Miguel author email contract (2026-04-23)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Osuna-lab first-author reply — parameter set authoritative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7295" cy="192024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508760"/>
            <a:ext cx="1109441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Miguel's METAD line (verbatim extract)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UNITS         LENGTH=A  ENERGY=kcal/mol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ADAPTIVE      DIFF            # NOT GEOM  (FP-031 correction)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HEIGHT        0.15 / 0.3 kcal/mol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BIASFACTOR    10 / 15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WALKERS_N     10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LAMBDA        80 (A^-2)       # self-consistent on *his* path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UPPER_WALLS   ARG=path.zzz  AT=2.5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429000"/>
            <a:ext cx="11277295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corrections (vs our prior attempts)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ADAPTIVE = DIFF, not GEOM  →  fixes FP-031 (adaptive σ projected wrong axis)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UNITS = A / kcal  — not nm / kJ  (FP-032 SIGMA-unit bookkeeping)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10 walkers with HEIGHT=0.15 kcal/mol, BF=10 (production set)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 caveat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Miguel's LAMBDA=80 is self-consistent on *his* path — not a universal constant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Must re-derive λ per-path from ⟨MSD⟩ (Branduardi 2007 prescription)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5998464"/>
            <a:ext cx="11277295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https://doi.org/10.1021/jacs.9b03646 (Maria-Solano et al., JACS 2019)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replication/metadynamics/miguel_2026-04-23/plumed_template.dat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replication/validations/failure-patterns.md (FP-031, FP-032)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/ 17  ·  Miguel contract  ·  FP-031 GEOM→DIFF correction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诊断顺序 — 我们排除的假设 (A, B, C → D)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touching path geometry, ruled out 3 parameter-level hypotheses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017520"/>
                <a:gridCol w="3931920"/>
                <a:gridCol w="2041855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Hypothesis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· HEIGHT too small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 bias at O basin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 kcal/mol (~19 kT), no escape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· SIGMA floor collapse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Codex audit of PLUMED multivariate Cholesky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σ behavior nominal, not pathological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· Wall AT=2.5 blocks escape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 45448011 — z rose 3.4×, s flat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walls did not contain walker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 · Path geometry is wrong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PC crystals + re-audit residue mapping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5DW0/5DW3/5DVZ land s≈1.07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accepted → FP-034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937760"/>
            <a:ext cx="11277295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D remained after A/B/C falsified — motivates FP-034 audit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Parameter tuning cannot fix a physically-wrong path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Moved from METAD-line tuning to CV-construction audit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https://www.plumed.org/doc-v2.9/user-doc/html/_m_e_t_a_d.html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/ 17  ·  falsification ladder  ·  jobs 45324928 / 45448011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FP-034 — cross-species residue mapping was wrong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1WDW-B (Pf, 385 aa) vs 3CEP-B (St, 393 aa) differ by +5 N-terminal residues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5547208" cy="164592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508760"/>
            <a:ext cx="536432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path (what we had)
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Resid-number alignment: 97 ↔ 97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across 112 Cα: 6.2 %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O↔C RMSD: 10.89 Å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⟨MSD⟩: 0.606 Å²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 (1/⟨MSD⟩): 3.80 Å⁻²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path mixes 2 residue sets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87288" y="1417320"/>
            <a:ext cx="5547208" cy="164592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78728" y="1508760"/>
            <a:ext cx="536432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Sequence-aligned path (FP-034 fix)
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 alignment: uniform +5 offset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 Cα → true homologs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Identity: 59.0 %  (9.5×)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O↔C RMSD: 2.115 Å  (5.1× tighter)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⟨MSD⟩: 0.0228 Å²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λ: 100.79 Å⁻²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246120"/>
            <a:ext cx="11277295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bug in generate_path_cv.py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Line 182 computed a Needleman-Wunsch alignment — line 670 never consumed it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Code ran clean, produced a usable-looking path.pdb — error only surfaced downstream as sampling failure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5998464"/>
            <a:ext cx="11277295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replication/validations/failure-patterns.md (FP-034 entry)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replication/metadynamics/path_seqaligned/verify_and_materialize_seqaligned_path.py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replication/metadynamics/path_seqaligned/REVERSE_SANITY_CHECK.md (endpoint round-trip 1WDW→1.14, 3CEP→14.86)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/ 17  ·  FP-034 root cause  ·  silent for 3 weeks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Needleman-Wunsch 修复数值 + Codex 独立验证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7/8 strict PASS on independent recomputation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286000"/>
                <a:gridCol w="2560320"/>
                <a:gridCol w="2773375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Naive path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Sequence-aligned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Cα identity (112 residues)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59.0 %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9.5× higher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O↔C endpoint RMSD (Å)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5.1× tighter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⟨MSD⟩ along path (Å²)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26.6× smaller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λ = 1/⟨MSD⟩ (Å⁻²)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100.79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26.5× larger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Ratio vs Miguel's λ=80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within tolerance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09160"/>
            <a:ext cx="1127729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λ=100.79 is self-consistent with our corrected path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Miguel's 80 on his path → ours 100.79 on ours; 1.26× ratio within tolerance per Branduardi 2007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Codex independent NW: score 286, identity 59.0331 %, offset +5 confirmed — 7/8 PASS (1 rounding)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https://doi.org/10.1063/1.2432340 (Branduardi, Gervasio, Parrinello 2007, JCP 126, 054103)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replication/metadynamics/path_seqaligned/VERIFICATION_REPORT.md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/ 17  ·  λ=100.79 Å⁻²  ·  Codex 7/8 PASS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生物学 sanity — PC 晶体 now mid-path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βPC crystals that should sit mid-path actually do now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22960"/>
                <a:gridCol w="2743200"/>
                <a:gridCol w="2834640"/>
                <a:gridCol w="3779215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(lit.)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on naive path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on corrected path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1WDW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endpoint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3CEP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 endpoint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5DW0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βPC + L-Ser (Aex1)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5DW3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βPC variant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5DVZ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βPC holo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4HPX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 A-A 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480560"/>
            <a:ext cx="1127729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βPC crystals now sit mid-path (s = 5.4–9.5)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On the naive path they all collapsed to s ≈ 1.07 (indistinguishable from Open)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Codex independent projection: 7/8 PASS (one partial-CV-coverage informational)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replication/metadynamics/path_seqaligned/VERIFICATION_REPORT.md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https://doi.org/10.1021/jacs.9b03646 (PC state definitions, Osuna 2019 SI)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/ 17  ·  biological sanity passes  ·  7/8 PASS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45515869 — corrected path exploration (s=1 to 12)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8 ns samples s=1→12.87; start.gro is off-path (z=1.68), not a clean mid-path state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实际 sample 分布（8 ns, 40193 frames）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s=1: 到过 (min_s=1.000 at t=4920 ps)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s&lt;3: 26.7% 时间；s=7: 11.3% 时间；s=12: 0.05% transient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整段 path s=1 到 12 已被 walker 物理访问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 caveat — start.gro 是 off-path endpoint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t=0 投影 s=7.09 但 z=1.68 Å²（不在 path 上）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直接 Kabsch vs 1WDW 仅 1.59 Å RMSD（物理上仍偏 Open 侧）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s=7 不代表 'Ain 在 PC basin'，只是 linear-interp soft-min 偏中段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max_s=12.87 near-wall transient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t=6085 ps: s=12.87, z=2.04 (UPPER_WALLS AT=2.5 附近)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单次 ~120 ps 宽，不 sustained；不算 clean barrier crossing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baseline 45324928 (老 path)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老 path 16 ns: s ∈ [1.00, 1.90], 75% 时间 s&lt;1.25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新 path 8 ns: s ∈ [1.00, 12.87] (6× 更宽 exploration)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5120640"/>
            <a:ext cx="11277295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52120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Pilot 45515869 s distribution (40193 frames)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s=[1,2):  16.5%   s=[7,8):   9.3%   min_z = 0.245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s=[2,3):  10.2%   s=[8,9):   6.6%   mean_z = 1.530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s=[3,4):  10.7%   s=[9,10):  5.2%   max_z = 2.588 (near wall)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s=[4,5):  12.5%   s=[10,11): 4.4%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s=[5,6):  11.8%   s=[11,12): 1.5%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s=[6,7):  11.3%   s=[12,13): 0.04%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start.gro at t=0: s=7.09, z=1.68 (off-path projection)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Raw COLVAR analysis 2026-04-24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ChatGPT Pro independent verification 2026-04-24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/ 17  ·  corrected path exposes s=1-12 region  ·  seeding needs re-selection</a:t>
            </a:r>
            <a:endParaRPr lang="en-US" sz="900" dirty="0"/>
          </a:p>
        </p:txBody>
      </p:sp>
      <p:pic>
        <p:nvPicPr>
          <p:cNvPr id="10" name="Picture 9" descr="sz_2d_pilot_jacs_sty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2834640"/>
            <a:ext cx="77724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10-walker primary production — ready to submit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Miguel primary set, seeded from 500 ns Ain cMD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(Miguel primary)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HEIGHT = 0.15 kcal/mol  ·  BIASFACTOR = 10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WALKERS_N = 10  (MULTIPLE_WALKERS)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LAMBDA = 100.79 Å⁻² (our self-consistent value)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UPPER_WALLS on path.zzz AT = 2.5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 = 350 K  ·  PACE = 500 steps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= DIFF (FP-031 corrected)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Seeding + target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walkers seeded from 500 ns Ain cMD at t = 50, 100, ..., 500 ns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 FP-030 pathology (all walkers starting at same cMD endpoint)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script ready: submit_walkers.sh (miguel_2026-04-23/)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FES reconstruction + JACS 2019 Fig 2a comparison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TBD pending pilot gate (max s &gt; 12)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replication/metadynamics/miguel_2026-04-23/submit_walkers.sh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replication/metadynamics/miguel_2026-04-23/plumed_template.dat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/ 17  ·  10-walker primary  ·  production gate queued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本周尝试路线树 — 探索过的所有分支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work: 4 rejected hypotheses → 1 accepted fix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Miguel contract (2026-04-23)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Branch 0 — anchor: verbatim author reply, fixes FP-031 (DIFF) + FP-032 (units)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A · probe_sweep (HEIGHT / BIASFACTOR 2×2)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Scanned filling pattern — excluded HEIGHT-too-small as cause (13.6 kcal/mol bias, no escape)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B · wall4 falsification (AT=2.5 test)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Job 45448011 — z(R) rose 3.4×, s(R) flat → walls NOT the blocker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C · piecewise PC-anchor (PC at MODEL8)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Cross-model consultation rejected the single-λ piecewise design (lambda_audit 2026-04-23)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D · sequence-aligned path (FP-034 fix) ← ACCEPTED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NW alignment → 112 Cα mapped to homologs → λ=100.79 self-consistent on corrected path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replication/metadynamics/miguel_2026-04-23/lambda_audit_2026-04-23.md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replication/metadynamics/miguel_2026-04-23/path_construction_ABC_plan.md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/ 17  ·  exploration tree  ·  4 rejected, 1 accepted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每条分支的 rejection reason + 保留的科学价值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rejection narrows the hypothesis space — none of the probes was wasted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17520"/>
                <a:gridCol w="2743200"/>
                <a:gridCol w="3413455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Hypothesis tested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Outcome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Scientific residue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· probe_sweep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HEIGHT / filling pattern too soft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 (bias 19 kT, no escape)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rules out parameter-tuning rescue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· wall4 AT=2.5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UPPER_WALLS trapping walker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 (z rose 3.4×)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walls are not the cage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· piecewise PC-anchor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 λ insufficient near PC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 (cross-model audit)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design-space evidence against 2-segment λ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 · sequence-aligned NW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Residue-number alignment wrong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accepted (FP-034)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geometry now Branduardi-compliant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937760"/>
            <a:ext cx="11277295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failed branches bought us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Parameter tuning exhausted before CV audit → higher confidence that D was the real cause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failure-patterns.md gained FP-031, FP-032, FP-034 (reusable for future variants)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replication/validations/failure-patterns.md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/ 17  ·  negative results are still data  ·  3 new FPs logged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ML-layer audit — 5 extensions × 2026-04 literature check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novelty audit (2024-2026 arXiv/Nature/JCTC): 1 ALIVE, 2 WEAKENED, 2 DEAD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4389120"/>
                <a:gridCol w="1828800"/>
                <a:gridCol w="4693615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 ML extension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verdict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Killer prior art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CRR · catalytic-readiness reward for GRPO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WEAKENED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PocketX / ResiDPO / ProteinZero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PP-Prior · path-CV energy-guided diffusion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WEAKENED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Enhanced Diffusion Sampling 2602.16634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LBP · learned bias potential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DEAD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NN-VES / Deep-TICA / OPES+mlcolvar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TCR · FES-matching training loss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DEAD-ish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Thermodynamic Interpolation JCTC 2024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MNG · Memory Necessity Gate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MEMnets is CV discovery, not runtime gate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09160"/>
            <a:ext cx="1127729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Meta-conclusion from audit agent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"The cartridge itself is likely more novel than any individual ML layer built on top."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Cartridge = main product; ML layers = optional downstream extensions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1.5 / § 3.1-3.7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新任务explore/deep-research-report-3.md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/ 17  ·  2026-04-22 external audit  ·  memo § 1.5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保留方向 + 新候选 — 审计后的 5 活 tracks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MNG remains lead · merged B+D · new F / G replace C / D independent claim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 (downgraded where needed)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· MNG (ALIVE, LEAD) — lag-stratified Markov-vs-qMSM runtime trigger for MetaD rescue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B+D merged — FES-consistent trajectory generation submodule (path-CV specific, not generic guidance)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CRR — downgraded to projection metric, not RL framework claim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candidates (replace C, D independence)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· PLP-aware reactive PATHMSD — extend path CV with K82-PLP Schiff-base geometry, Dunathan-like angle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· Generative-model physics-consistency audit — pip-installable wrapper: reweight-JSD / path-distribution / state-occupancy / rare-state recall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week: NONE of these; only D1 / D2 / D3. ML layers are post-WT-convergence extensions.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3.5-3.7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/ 17  ·  extensions inventory  ·  not this week's work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Bytedance STAR-MD 定位 — upstream complement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arXiv 2602.02128 (Feb 2026) — Shoghi et al., ByteDance Seed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STAR-MD is (verbatim from abstract)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"Scalable SE(3)-equivariant diffusion model that generates physically plausible protein trajectories over microsecond timescales"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"Causal diffusion transformer with joint spatio-temporal attention"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"State-of-the-art on ATLAS benchmark · microsecond-scale stable rollouts"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STAR-MD is NOT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Enzyme-specific — ATLAS benchmark is generic proteins, not catalytic substates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Mechanism-aware — no PLP / Schiff-base / path-CV knowledge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Amin Jan-5 ask ("recover substates consistent with metadynamics") is NOT satisfied by STAR-MD alone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Cartridge relationship — complement, NOT competitor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STAR-MD = upstream trajectory generation (generic)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Cartridge = downstream mechanism evaluation (TrpB-specific)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Natural pitch to Amin: TrpB as adversarial enzyme-specific task in his SURF benchmark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https://arxiv.org/abs/2602.02128 (Shoghi et al., ByteDance Seed, 2026-02-12)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0.1, § 0.6-1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/ 17  ·  ByteDance STAR-MD  ·  upstream-downstream, not rivals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 next — D2 / D3 + 10-walker gate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deliverables before 2026-05-01 kill-switch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D2 · API design (cartridge scorer)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replication/cartridge/API_DESIGN.md — signatures + I/O + use-case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project_to_path(traj) → (s, z)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score_trajectory(s, z, p_ref) → JSD, state occupancy, rare-state recall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state_occupancy(traj, masks) → dict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implementation this week; just spec + one example call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D3 · lab-facing demo (pick one)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 demo (preferred if Amin has no output yet): simple 1D/2D CV fails to distinguish PC from O → PATHMSD cartridge gives meaningful state diagnosis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 demo (alternative): STAR-MD / ConfRover public output on a protein scored through cartridge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Deliverable: 1 Jupyter notebook OR 2-page write-up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10-walker production: submit after pilot max s &gt; 12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/ 17  ·  D2 + D3 + production gate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Kill-switch 2026-05-01 — hard gate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WT FES has not passed sanity by this date, all extensions suspend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criteria (binary)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WT MetaD convergence: 10-walker run produces FES with O / PC / C basins visible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Block-analysis CI defined (even if wide)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Path-CV 2-D occupancy projected for ≥ 2 PC crystals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gate FAILS on 2026-05-01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All 5 ML-layer extensions (MNG / F / G / B+D / CRR) SUSPEND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Focus reverts to single-walker → 10-walker upgrade debugging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 pitch to Amin / Raswanth / Arvind until WT is defensible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gate PASSES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D2 API freezes · D3 demo runs on real cartridge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Aex1 variant FES becomes next target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Lead ML extension (MNG) moves from memo to scoping doc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&amp; A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Anti-overclaim reminder: today's claim = "D1 path reconciled + 10-walker gate queued", NOT "replication done"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0.8 / § 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/ 17  ·  2026-05-01 hard kill-switch  ·  Q &amp; A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(s, z) 2D Distribution — Old vs New Path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/>
              <a:t>同 MD 系统 + 同参数，只换 path — old naive 压缩到 s&lt;2 区域；corrected FP-034 path 铺开到 s=1–12.87</a:t>
            </a:r>
          </a:p>
        </p:txBody>
      </p:sp>
      <p:pic>
        <p:nvPicPr>
          <p:cNvPr id="4" name="Picture 3" descr="sz_2d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4712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Slide 10b / 17  ·  (s, z) 2D density  ·  baseline 45324928 (16ns) vs pilot 45515869 (8ns)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Group Meeting 2026-04-24</dc:title>
  <dc:subject>PptxGenJS Presentation</dc:subject>
  <dc:creator>Zhenpeng Liu</dc:creator>
  <cp:lastModifiedBy>Zhenpeng Liu</cp:lastModifiedBy>
  <cp:revision>1</cp:revision>
  <dcterms:created xsi:type="dcterms:W3CDTF">2026-04-24T13:35:07Z</dcterms:created>
  <dcterms:modified xsi:type="dcterms:W3CDTF">2026-04-24T13:35:07Z</dcterms:modified>
</cp:coreProperties>
</file>