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TrpB MetaD Week 7 — Path realignment + Miguel parameters + pilot results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FP-034 re-aligned path · Miguel author contract · Pilot s=1→12.87 · 10-walker seeding plan · ML layer outlook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Zhenpeng Liu  ·  2026-04-24  ·  TrpB group meeting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topics · 10 slides · ~25 min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5 个重点 (roadmap of this deck)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slide per topic, in execution order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127729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Re-alignment (FP-034)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Cross-species residue mapping bug → Needleman-Wunsch uniform +5 offset fix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4-layer verification: my NW, Codex NW, endpoint self-projection, independent PC crystal projection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Miguel author parameter contract (2026-04-23)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Verbatim from first author email · corrects FP-031 (ADAPTIVE=DIFF) + FP-032 (units A/kcal)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λ=80 on his path ↔ λ=100.79 on ours → ratio 1.26× self-consistent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Current results (s(t) trace + 2D (s,z) density)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Pilot 45515869: 8 ns, min_s=1.000, max_s=12.867 (vs baseline 45324928: stuck at s&lt;1.9 over 16 ns)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2D (s,z) JACS-style figure · start.gro sits at (s=7.09, z=1.68) — off-path, not biology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10-walker seeding — how I chose the 10 frames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Pick low-z frames from pilot, one per target_s bin (1..10); avoid FP-030 homogeneous start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v2 crashed (LINCS blow-up, no equilibration) → v3 with EM+NVT settle queued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ML-layer future (1-2 slides)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v1.2 → v2.0 pivot: F0 PathGate evaluator + external audit narrowed 5 ML extensions to MNG-lead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Gate at 2026-05-01: WT FES convergence or ML layer suspended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reports/GroupMeeting_2026-04-24_SELECTION_LOGIC.md (decision chain)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10  ·  roadmap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1 — Re-alignment: FP-034 cross-species residue mapping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1WDW-B (Pf, 385 aa) vs 3CEP-B (St, 393 aa) differ by +5 N-terminal residues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path (what we had)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Resid-number alignment: 97 ↔ 97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identity: 6.2 %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endpoint RMSD: 10.89 Å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 along path: 0.606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from ⟨MSD⟩: 3.80 Å⁻²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 literally mixed two residue sets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7288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78728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Sequence-aligned path (FP-034 fix)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Needleman-Wunsch: uniform +5 offset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mapped to true homologs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Identity: 59.0 %  (9.5× better)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2.115 Å  (5.1× tighter)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0.0228 Å²  (26.6× smaller)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λ: 100.79 Å⁻²  (Branduardi compliant)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112772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bug was silent for 3 weeks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generate_path_cv.py line 182 COMPUTED a NW alignment · line 670 NEVER CONSUMED 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 ran clean, produced a usable-looking path.pdb — error only surfaced downstream as sampling failure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4-layer independent verification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(a) My NW · (b) Codex NW (score 286, identity 59.033 %, offset +5) · (c) endpoint round-trip · (d) 4 PC crystals projection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(FP-034)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10  ·  Topic 1 (1/2)  ·  FP-034 root cause + verification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1 — 数值对比 + 生物学 sanity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show the fix works; PC crystals now sit mid-path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468880"/>
                <a:gridCol w="277337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Cα identity (112 residues)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9.5× higher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O↔C endpoint RMSD (Å)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5.1× tighter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⟨MSD⟩ along path (Å²)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26.6×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= 2.3 / ⟨MSD⟩ (Å⁻²)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26.5× larger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 vs Miguel's λ=80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tolerance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 chain A (βPC) projection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≈ 1.07 (collapsed)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9.46 (mid-path)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mid-path as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5DW3 chain A (βPC variant)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8.51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mid-path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5DVZ chain A (βPC holo)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≈ 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5.37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mid-path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4HPX chain B (Pf A-A)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14.91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= 14.90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near-C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120640"/>
            <a:ext cx="1127729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biological sanity — 3 βPC crystals now sit s=5.4–9.5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naive path all three collapsed to s ≈ 1.07 (indistinguishable from O)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Corrected path exposes partial-closure geometry — meaningful for Aex1 reactive state downstream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https://doi.org/10.1063/1.2432340 (Branduardi, Gervasio, Parrinello 2007)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11  ·  Topic 1 (2/3)  ·  numerical + biological sanity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1 — 视觉 proof + start.gro s=7 的来历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start.gro, same Miguel params  ·  naive path 塌到 s&lt;2  ·  corrected path 铺开 s=1-12</a:t>
            </a:r>
            <a:endParaRPr lang="en-US" sz="1400" dirty="0"/>
          </a:p>
        </p:txBody>
      </p:sp>
      <p:pic>
        <p:nvPicPr>
          <p:cNvPr id="5" name="Image 0" descr="../figures/sz_2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25880"/>
            <a:ext cx="658368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663440"/>
            <a:ext cx="1127729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图是怎么做出来的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左: baseline 45324928 (naive path, 16 ns) COLVAR 的 (s, z) 2D 密度 KDE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右: pilot 45515869 (corrected path, 8 ns) 同样的 2D 密度 KDE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两侧用同一色标 · start.gro (t=0) 位置用 ★ 标出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脚本: reports/figures/plot_sz_distribution.py (Python matplotlib gaussian_kde)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start.gro 投到 s=7.09 不是 bug —— 是 linear-interp path 的已知性质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Kabsch 直接测量: vs 1WDW 1.59 Å · vs 3CEP 1.76 Å · vs MODEL 7 1.30 Å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start.gro 离每个 MODEL 都很近 (差距只有 0.3-0.5 Å), 没有绝对的 'nearest'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Branduardi soft-min: s = Σ i·exp(-λ·MSD_i) / Σ exp(-λ·MSD_i), 几乎等距时自然加权到中段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所以 s=7 只是几何软平均伪影, 不是 'Ain 真的在 PC basin' 的 biology claim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z=1.68 Å² (mean_z=1.53) 佐证: walker 也不在 path 上, 是 off-path 投影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reports/figures/sz_2d_distribution.png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Branduardi, Gervasio, Parrinello 2007 JCP 126 054103 (soft-min definition)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Belfast PLUMED tutorial (linear-interp path limitation)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11  ·  Topic 1 (3/3)  ·  visual proof + start.gro soft-min 解释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2 — Miguel author parameter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First-author Miguel Maria-Solano email 2026-04-23 · verbatim METAD parameters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1277295" cy="201168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Miguel's PLUMED contract (verbatim, 2026-04-23 email reply)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UNITS         LENGTH=A  ENERGY=kcal/mol     # NOT nm / kJ (fixes FP-032)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METAD ARG=path.sss  PACE=500                # MULTIPLE_WALKERS protocol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HEIGHT         0.15 kcal/mol              # primary (0.3 = aggressive fallback)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BIASFACTOR     10                         # primary (15 = aggressive fallback)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SIGMA          ADAPTIVE=DIFF              # NOT GEOM (fixes FP-031)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WALKERS_N      10                         # shared HILLS, 10 independent walkers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TEMP           350                        # thermophilic P. furiosus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LAMBDA         80  (A^-2)                 # self-consistent on HIS path; re-derive per-path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UPPER_WALLS ARG=path.zzz  AT=2.5  KAPPA=500  # cap off-path excursion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vs our prior attempts (and why each matters)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ADAPTIVE = DIFF (not GEOM) — FP-031: GEOM projects σ onto wrong axis near path endpoints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UNITS = A / kcal (not nm / kJ) — FP-032: SIGMA bookkeeping was off by unit conversion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WALKERS_N = 10 with HEIGHT=0.15, BF=10 is the PRIMARY contract (aggressive 0.3/15 is fallback only)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λ=80 is self-consistent on Miguel's path, NOT a universal constant · ours is 100.79 (ratio 1.26×, same regime)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single most important external input this week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All earlier parameter debates (probe_sweep, wall4, piecewise-λ) terminated against this contract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plumed_template.dat + ladder.yaml now code this as the frozen spec (YAML = source of truth)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chatgpt_pro_consult_45558834/miguel_email.md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replication/metadynamics/miguel_2026-04-23/ladder.yaml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11  ·  Topic 2  ·  Miguel contract (most-important input)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3 — Current results: s(t) trace (pilot vs baseline)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ns samples s=1→12.87  ·  baseline 16 ns stuck at s&lt;1.9</a:t>
            </a:r>
            <a:endParaRPr lang="en-US" sz="1400" dirty="0"/>
          </a:p>
        </p:txBody>
      </p:sp>
      <p:pic>
        <p:nvPicPr>
          <p:cNvPr id="5" name="Image 0" descr="../figures/s_trend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66928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1325880"/>
            <a:ext cx="54864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(corrected path + Miguel params)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min_s = 1.000 at t = 4920 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max_s = 12.867 at t = 6085 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~4.3 ns plateau at max_s ≈ 10.9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45324928 (old naive path)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max_s = 1.896 over 16 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75 % time at s&lt;1.25 (trapped)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Corrected coord system exposes s=1–12 region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claiming 500× speedup — coord rescaling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Real efficiency gain needs 10-walker FES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raw COLVAR 45515869 + 45324928 2026-04-24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11  ·  Topic 3 (1/2)  ·  s(t) trace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3 — Current results: 2D (s, z) density (JACS Fig 3 analog)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(s, z) density · start.gro endpoint off-path  ·  max_s transient near wall</a:t>
            </a:r>
            <a:endParaRPr lang="en-US" sz="1400" dirty="0"/>
          </a:p>
        </p:txBody>
      </p:sp>
      <p:pic>
        <p:nvPicPr>
          <p:cNvPr id="5" name="Image 0" descr="../figures/sz_2d_pilot_jacs_sty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4008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0" y="1325880"/>
            <a:ext cx="47548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Start.gro (t = 0) annotation — off-path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 = 7.09, z = 1.68 Å²  (NOT a biological PC claim)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Direct Kabsch vs 1WDW only 1.59 Å RMSD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s=7 is linear-interp soft-min artifact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(triangle inequality biases middle MODEL)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 exploration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Full s=1..12 sampled (see histogram s-bins)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mean_z = 1.53 Å²  (walker mostly off-path)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max_z = 2.588 transient at s=12.87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(near UPPER_WALLS AT=2.5 — not crossed)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NOT to claim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'clean PC basin found'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'barrier crossed' (transient only)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Is: coord system corrected, exploration opened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reports/figures/sz_2d_pilot_jacs_style.png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ChatGPT Pro verdict 2026-04-24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11  ·  Topic 3 (2/2)  ·  (s,z) 2D · off-path honest framing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4 — 10-walker seeding 的故事: v1 → v2 → v3 (pending)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attempts both unusable  ·  Codex diagnosed LINCS + seed-dup  ·  v3 pipeline designed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3657600"/>
                <a:gridCol w="2286000"/>
                <a:gridCol w="3504895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Attempt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Seed strategy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Root cause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45558834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10 from same start.gro (cMD endpoint @ 50/100/.../500 ns)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scancel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FP-030 homogeneous start — no diversity, shared-HILLS degenerate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45570699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 pilot COLVAR frame with target_s ∈ {1..10} + min 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FAILED exit 139 (all 10, 14 min – 3 h)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LINCS blow-up atoms 4463-4465 + seed-dup (w0=w1 at s=1.99, w5=w6 at s=6.60)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v2 + EM+NVT settle + unique-frame guard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 (script written, awaiting PM go)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Codex root cause: seed .gro from pilot xtc carries biased-MetaD geometry stress; LINCS fails without relaxation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minimal pipeline (Codex-verified)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Step 1 · EM 1000 steps, emtol=1000 kJ/mol/nm  (fix bad contacts)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Step 2 · NVT 100 ps at 350 K, PLUMED OFF, gen_vel=yes  (equilibrate + regenerate velocities)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Step 3 · Production MetaD from nvt.cpt, PLUMED ON, shared HILLS_DIR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Assertion suite added to materialize_v3.py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unique-frame guard (no duplicate seed IDs)  ·  std(seed_s) &gt; 2.0 (diversity gate)  ·  velocity-presence check in start.gro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replication/metadynamics/miguel_2026-04-23/seqaligned_walkers_v2/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(FP-030 homogeneous-start)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11  ·  Topic 4  ·  seeding rationale + v3 plan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5 — ML-layer future (audit result + v2.0 pivot)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2024-2026 prior art audit narrowed 5 ML extensions → 1 alive + 2 merged + 2 new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 audit verdict (5 original extensions)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CRR (catalytic-readiness reward for GRPO) — WEAKENED (PocketX/ResiDPO/ProteinZero prior art)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PP-Prior (path-CV energy-guided diffusion) — WEAKENED (Enhanced Diffusion Sampling 2602.16634)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LBP (learned bias potential) — DEAD (NN-VES / Deep-TICA / OPES+mlcolvar existing)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TCR (FES-matching training loss) — DEAD-ish (Thermodynamic Interpolation JCTC 2024)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MNG (Memory Necessity Gate) — ALIVE / LEAD (MEMnets is CV discovery, not runtime gate)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'cartridge itself is likely more novel than any individual ML layer on top'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v1.2 → v2.0 pivot + 2026-05-01 hard gate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v1.2 framing (PM-ratified 2026-04-22): 'cartridge owner' not 'replicator'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sharpen: F0 PathGate evaluator = concrete deliverable for Yu/Amin/Raswanth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MNG-lead: lag-stratified Markov-vs-qMSM runtime trigger for MetaD rescue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F · PLP-aware reactive PATHMSD (K82-PLP Schiff-base, Dunathan angle)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G · Generative-model physics-consistency audit (pip-installable wrapper)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gate 2026-05-01: if WT FES has no O/PC/C basins + no block CI + no PC crystal 2D projection → all ML layers SUSPEND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passes: D2 API freezes, D3 demo on real cartridge, Aex1 variant FES next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0.8 / § 1.5 / § 3.5-3.7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新任务explore/deep-research-report-3.md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11  ·  Topic 5 (1/2)  ·  ML layer audit + v2.0 pivot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5 — 下周 + 下下周 concrete deliverables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kill-switch: D2 API spec + D3 lab-facing demo + 10-walker production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1277295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(D2 · API design, no implementation)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replication/cartridge/API_DESIGN.md — signatures + I/O + one example 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project_to_path(traj) → (s, z)  ·  score_trajectory(s, z, p_ref) → JSD + state occupancy + rare-state recall  ·  state_occupancy(traj, masks) → dict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(D3 · lab-facing demo, pick one)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Yu demo (preferred): simple 1D/2D CV fails to distinguish PC from O → PATHMSD cartridge gives meaningful state diagnosis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Amin demo (alt): STAR-MD / ConfRover public output scored through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Deliverable: 1 Jupyter notebook OR 2-page write-up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after (10-walker production · v3)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EM + NVT settle pipeline · Miguel primary params · target 30–50 ns/walker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FES reconstruction · compare Fig 2a of JACS 2019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Block-analysis CI even if wide · PC crystal 2D occupancy projection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2026-05-01 hard gate criteria (binary)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WT FES shows O / PC / C basins  +  block CI defined  +  ≥2 PC crystals projected on 2D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 → all 5 ML extensions suspend, focus reverts to WT-only debugging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PASS → D2 freezes, D3 runs, Aex1 becomes next target, MNG moves memo → scoping doc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0.3 / § 0.8 / §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11  ·  Topic 5 (2/2)  ·  D2 + D3 + 10-walker gate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Q &amp; 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claim this week, what I DON'T claim, what's next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1277295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CLAIM this week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Path CV fixed (FP-034 NW +5 offset) — 4-layer independent verification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 author contract locked (ADAPTIVE=DIFF, units A/kcal, λ=100.79 self-consistent 1.26× vs 80)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Corrected path exposes s=1–12 region in pilot (baseline stuck at s&lt;1.9)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FailurePatterns.md grew 3 new entries (FP-031, FP-032, FP-034) — reusable for future variants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DON'T claim (anti-overclaim)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'500× speedup' — coord rescaling, not genuine MetaD efficiency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'start.gro is Ain in PC basin' — s=7.09 is off-path soft-min artifact (z=1.68)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'barrier crossed cleanly' — max_s=12.87 is single transient, not sustained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'FES converged' — need 10-walker production first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(concrete, 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v3 10-walker with EM+NVT settle → FES with PC crystals projected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 API spec + D3 lab-facing demo this week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2026-05-01 hard gate: pass or suspend ML-layer extensions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to keep (most important takeaway)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Cross-species PATH-CV construction MUST gate on sequence identity &gt; 50 % — hard assertion added to all future path-builder scripts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reports/GroupMeeting_2026-04-24_CHEATSHEET.md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11  ·  summary · Q &amp; 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2026-04-24</dc:title>
  <dc:subject>PptxGenJS Presentation</dc:subject>
  <dc:creator>Zhenpeng Liu</dc:creator>
  <cp:lastModifiedBy>Zhenpeng Liu</cp:lastModifiedBy>
  <cp:revision>1</cp:revision>
  <dcterms:created xsi:type="dcterms:W3CDTF">2026-04-24T21:26:30Z</dcterms:created>
  <dcterms:modified xsi:type="dcterms:W3CDTF">2026-04-24T21:26:30Z</dcterms:modified>
</cp:coreProperties>
</file>