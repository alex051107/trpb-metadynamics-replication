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37744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Arial"/>
              </a:rPr>
              <a:t>TrpB MetaDynamics Benchmark — Weekly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Arial"/>
              </a:rPr>
              <a:t>Zhenpeng Liu  |  Anima Lab  |  2026-04-09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Replicating Maria-Solano et al., JACS 2019, 141, 13049–13056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Replicating JACS 2019 MetaDynamics on TrpB COMM domain as F1 conformational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7295" cy="525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•  Goal: benchmark FES for PfTrpS(Ain) O→PC→C transition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•  Downstream: conformational reward for GenSLM + GRPO, ground truth for STAR-MD benchmark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•  Stage: initial single-walker MetaD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Maria-Solano et al., JACS 2019  |  SI protocol: 10 walkers × 50–100 ns after initial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Last week: system preparation and MetaDynamics submission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72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•  500 ns conventional MD completed (Job 40806029, 71.5 hrs)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•  AMBER → GROMACS format conversion (ParmEd, 39268 atoms)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•  PLUMED 2.9.2 compiled from source (conda version had broken libplumedKernel.so)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Arial"/>
              </a:rPr>
              <a:t>•  Single-walker MetaD submitted (Job 41514529, FUNCPATHMSD + ADAPTIVE=GEOM)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74920"/>
            <a:ext cx="11277295" cy="12344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5184648"/>
            <a:ext cx="11057839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Courier New"/>
              </a:rPr>
              <a:t>gmx mdrun -deffnm metad -plumed plumed.dat -ntmpi 1 -ntomp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replication/metadynamics/single_walker/submit.sh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Job 41514529 ran 46.3 ns but s(R) was confined to [7.77, 7.83] — no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Walltime kill at 72h, reached 46.3 of 50 ns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COLVAR: 100% of frames in PC region (s=5–10), 0% in O or C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Bias accumulated to 61.7 kJ/mol but system never moved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DC2626"/>
                </a:solidFill>
                <a:latin typeface="Arial"/>
              </a:rPr>
              <a:t>•  Initial diagnosis: “system stuck in PC basin” — THIS WAS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86200"/>
            <a:ext cx="11277295" cy="2514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3995928"/>
            <a:ext cx="11057839" cy="2295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# COLVAR analysis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python3 -c 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import numpy as np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d = np.loadtxt('COLVAR', comments='#')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s = d[:,1]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print(f'O(s&lt;5): {(s&lt;5).sum()}'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      f' PC(5-10): {((s&gt;5)&amp;(s&lt;10)).sum()}'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      f' C(s&gt;10): {(s&gt;10).sum()}')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Courier New"/>
              </a:rPr>
              <a:t># Output: O: 0  PC: 46304  C: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Job 41514529 on Longleaf c130604  |  single_walker/COLVAR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We switched from PATHMSD to FUNCPATHMSD due to an atom serial issue — but kept the old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72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SI used “path collective variables” + GROMACS 5.1.2 + PLUMED2 (no input file provided)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We first tried PATHMSD, but conda PLUMED had missing modules + atom serial errors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Switched to FUNCPATHMSD (equivalent math, but takes explicit RMSD inputs)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•  KEPT the same LAMBDA=3.391 nm⁻² — did not realize the convention differs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931920"/>
            <a:ext cx="11277295" cy="17373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4041648"/>
            <a:ext cx="11057839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r1: RMSD REFERENCE=frames/frame_01.pdb TYPE=OPTIMAL  # &lt;- missing SQUARED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...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path: FUNCPATHMSD ARG=r1,...,r15 LAMBDA=3.3910        # &lt;- wrong by 112x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Old (broken) plumed.dat excerpt: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SI S3: “The PLUMED2 software package together with the GROMACS 5.1.2 code were used”  |  FP-020 in failure-patterns.md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Reference frames don’t map to their own index: frame_01 → s=4.02 instead of s=1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7772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194560"/>
                <a:gridCol w="210312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Frame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Expected s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Actual s (broken)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Actual s (fixed)</a:t>
                      </a:r>
                    </a:p>
                  </a:txBody>
                  <a:tcPr marL="73152" marR="73152" marT="36576" marB="36576">
                    <a:solidFill>
                      <a:srgbClr val="1A274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frame_01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Arial"/>
                        </a:rPr>
                        <a:t>4.02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1.09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frame_08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frame_15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15.00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Arial"/>
                        </a:rPr>
                        <a:t>11.98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14.91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5468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DC2626"/>
                </a:solidFill>
                <a:latin typeface="Arial"/>
              </a:rPr>
              <a:t>If the CV can’t recognize its own reference frames, the entire FES is meaningless.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94760"/>
            <a:ext cx="11277295" cy="1783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3904488"/>
            <a:ext cx="11057839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Self-consistency test (30 sec, catches 3-day HPC bugs)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python3 01_self_consistency_test.py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Loads 15 frames, computes s(frame_i) for each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Asserts s(frame_01) ~= 1, s(frame_15) ~=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replication/validations/path_cv_debug_2026-04-08/01_self_consistency_test.py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generate_path_cv.py used np.sum (total SD) but PLUMED RMSD outputs np.mean (per-atom)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Arial"/>
              </a:rPr>
              <a:t>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λ = 2.3 / MSD_adjacent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1">
                <a:solidFill>
                  <a:srgbClr val="666666"/>
                </a:solidFill>
                <a:latin typeface="Arial"/>
              </a:rPr>
              <a:t>Our script: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  MSD = Σ|Δr|² = 0.678 nm² (total sum)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  → λ = 3.391 nm⁻²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1">
                <a:solidFill>
                  <a:srgbClr val="666666"/>
                </a:solidFill>
                <a:latin typeface="Arial"/>
              </a:rPr>
              <a:t>PLUMED expects: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  MSD = (1/N)Σ|Δr|² = 0.00606 nm² (per-atom mean)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A2744"/>
                </a:solidFill>
                <a:latin typeface="Arial"/>
              </a:rPr>
              <a:t>  → λ = 379.77 nm⁻²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Ratio: 379.77 / 3.391 = 112 = N_atoms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Arial"/>
              </a:rPr>
              <a:t>Effect on adjacent-frame kernel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0876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1">
                <a:solidFill>
                  <a:srgbClr val="666666"/>
                </a:solidFill>
                <a:latin typeface="Arial"/>
              </a:rPr>
              <a:t>Broken λ: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  exp(−0.264) = 0.77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DC2626"/>
                </a:solidFill>
                <a:latin typeface="Arial"/>
              </a:rPr>
              <a:t>  → frames indistinguishable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1">
                <a:solidFill>
                  <a:srgbClr val="666666"/>
                </a:solidFill>
                <a:latin typeface="Arial"/>
              </a:rPr>
              <a:t>Correct λ: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A2744"/>
                </a:solidFill>
                <a:latin typeface="Arial"/>
              </a:rPr>
              <a:t>  exp(−2.3) = 0.10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A2744"/>
                </a:solidFill>
                <a:latin typeface="Arial"/>
              </a:rPr>
              <a:t>  → proper discrimination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11277295" cy="20574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4315968"/>
            <a:ext cx="11057839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Bug (line 296 of generate_path_cv.py):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def calculate_msd(coords1, coords2):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return np.sum(np.sum(diff**2, axis=1))  # sum, not mean!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Fix: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  return np.mean(np.sum(diff**2, axis=1))  # per-atom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PLUMED docs: “LAMBDA is generally calculated as 2.3/&lt;rmsd&gt;**2” — plumed.org/doc-v2.9  |  SI S3: “λ = 2.3 × inverse of MSD”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2744"/>
                </a:solidFill>
                <a:latin typeface="Arial"/>
              </a:rPr>
              <a:t>Re-analysis with fixed LAMBDA shows s≈1.05 throughout — the system never left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729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Ran plumed driver (offline, no new MD, 1.3 seconds) with SQUARED + LAMBDA=379.77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PLUMED printed “Consistency check completed! Your path cvs look good!”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New COLVAR: s = 1.04–1.06 for all 4631 frames (97.5% in O basin)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•  The 46 ns of MetaD was effectively unbiased MD (CV gradient ≈ 0 → no physical force from bias)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60520"/>
            <a:ext cx="11277295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4270248"/>
            <a:ext cx="11057839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plumed driver --plumed plumed_fixed.dat --mf_xtc metad.xtc \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  --timestep 0.002 --trajectory-stride 5000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Output: "lambda is 379.770000"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Courier New"/>
              </a:rPr>
              <a:t># Output: "Consistency check completed! Your path cvs look good!"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  <a:latin typeface="Arial"/>
              </a:rPr>
              <a:t>rerun/COLVAR_rerun_fixed  |  plumed driver on Longleaf single_walker/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Arial"/>
              </a:rPr>
              <a:t>PATHMSD actually works — the original error was a conda PLUMED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When we first tried PATHMSD: got 'non-sequential atom serial' errors and PLUMED crashes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At that time we were using conda-forge PLUMED, which had a broken libplumedKernel.so (FP-020)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We attributed the PATHMSD failure to the atom serial issue and switched to FUNCPATHMSD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C2626"/>
                </a:solidFill>
                <a:latin typeface="Arial"/>
              </a:rPr>
              <a:t>•  That switch kept the SI LAMBDA but used a different convention → silent 112× bug (FP-022)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6A34A"/>
                </a:solidFill>
                <a:latin typeface="Arial"/>
              </a:rPr>
              <a:t>•  Tested today on Longleaf with source-compiled PLUMED 2.9.2: PATHMSD works cleanly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Second trap found: path.pdb trailing 'END' after ENDMDL → PATHMSD thinks there is an empty 16th frame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297680"/>
          <a:ext cx="112745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FUNCPATHMSD + SQUARED (Friday fix)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PATHMSD (verified today, matches SI)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Lines of path CV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17 (15 RMSD + FUNCPATHMSD + METAD)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2 (PATHMSD + METAD)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s(R) range on 46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[1.04, 1.06]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[1.00, 1.70]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NaN frames in COLVAR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116 / 4631  (2.5%)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A34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z(R)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1.45 – 1.92 nm² (anomalous magnitude)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A34A"/>
                          </a:solidFill>
                          <a:latin typeface="Arial"/>
                        </a:rPr>
                        <a:t>0.004 – 0.084 nm² (physical)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Matches SI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No (SI used 'path CVs', not FUNCPATHMSD)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66666"/>
                </a:solidFill>
                <a:latin typeface="Arial"/>
              </a:rPr>
              <a:t>Longleaf test: single_walker/rerun/COLVAR_pathmsd, source-compiled PLUMED 2.9.2  |  FP-020 (conda libplumedKernel.so) in failure-patterns.md  |  PLUMED docs: plumed.org/doc-v2.9/user-doc/html/_p_a_t_h_m_s_d.html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109728" y="0"/>
            <a:ext cx="12079224" cy="10058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Arial"/>
              </a:rPr>
              <a:t>Plan: replace plumed.dat with PATHMSD, resubmit initial run, extract 10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6A34A"/>
                </a:solidFill>
                <a:latin typeface="Arial"/>
              </a:rPr>
              <a:t>•  Today: PATHMSD verified on existing 46 ns trajectory with plumed driver (offline, 1.3 s) ✓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Today: update 6-stage pipeline state to reflect re-diagnosis of FP-020 + new plumed.dat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This week: backup broken Job 41514529 data and resubmit 50 ns initial run with PATHMSD version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Next week: extract 10 snapshots covering O / PC / C regions from initial run trajectory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Week after: launch 10-walker WT-MetaD production (SI protocol: 50–100 ns each, ~500 ns total)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 Target: FES comparison with JACS 2019 Figure 2a within 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63440"/>
            <a:ext cx="11274552" cy="15544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urier New"/>
              </a:rPr>
              <a:t># Final plumed.dat (matches SI protocol, 2 lines for the path CV):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urier New"/>
              </a:rPr>
              <a:t>path: PATHMSD REFERENCE=path_gromacs.pdb LAMBDA=379.77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urier New"/>
              </a:rPr>
              <a:t>metad: METAD ARG=path.sss,path.zzz SIGMA=0.05 ADAPTIVE=GEOM HEIGHT=0.628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urier New"/>
              </a:rPr>
              <a:t>       PACE=1000 BIASFACTOR=10 TEMP=350 FILE=HILLS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urier New"/>
              </a:rPr>
              <a:t>PRINT ARG=path.sss,path.zzz,metad.bias FILE=COLVAR STRIDE=500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66666"/>
                </a:solidFill>
                <a:latin typeface="Arial"/>
              </a:rPr>
              <a:t>Target: replication/metadynamics/single_walker/plumed.dat (master branch)  |  SI S4: 'After an initial metadynamics run, we extracted ten snapshots... multiple-walkers with 10 replicas, 50–100 ns each'  |  LAMBDA source: 2.3/&lt;rmsd&gt;² × 100 (GROMACS nm), Google Groups plumed-users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201168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TrpB MetaD Benchmark  ·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